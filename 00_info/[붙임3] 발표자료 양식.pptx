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410F8-0F2C-402E-8C4C-F2F334381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D6C8E9-54AC-4EA5-AC14-4E89EB6C5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C97731-F9C7-4742-AB96-6226B47B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5F3F80-335E-40B9-98FE-631A5A62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C593F1-EF98-4835-8816-96EF1E3B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36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2A7BA-07C6-48CE-9951-C548F1D9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0F149E-3E3D-4E79-B920-DCAA31A09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60A00D-0CA2-4E12-AB75-017DBBDF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15CC9-688E-42E8-B560-6EA55A36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5EABB-93F7-4A06-BFB3-283B084B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4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8E39B-B04A-4E9D-B949-C0A544468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20EF94-B67D-48E3-8B81-BE8A5CC1D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D3A334-B185-4174-A821-2BD991E6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6CE37-8C3C-405F-8E3A-9DB100A8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7F73C6-8C7A-494A-A63F-08D48E61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5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D106-EBC5-4010-B5FB-AA0194FE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48445-0C8A-4BF5-91E7-D70B103C7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69BFA5-357B-4C0B-AA70-FF8EB421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EB322D-0A37-4C26-8EE3-52AB5063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195112-F11A-455E-8E37-DAD1D9F9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0C6161-1D87-45C8-8335-54ACEAA2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57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CBB9C-EB81-4204-9ACC-3A16F9ED0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D1F306-CF72-4629-B7AF-66C83588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48D6F1-3108-4425-BC98-F37B11253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9CB7A2-98CA-476E-B52B-166317EC2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4F0913-36CE-4C78-ADF0-586AF0D36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FE3B23-B329-4A7A-B8E2-CEB77811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ECE1C1-7006-4823-A687-FE3A1C8C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D4C29-0D55-420C-9EAC-8D1DB30A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85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BBAF3-7645-4506-959B-80AD9D37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CED21B-E014-4C31-B8EB-ACBF7065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3EDA09-33E0-415D-8571-7EDEC1B3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52AC25-726D-475A-A1B3-EA6A51FD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102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CC9191-52BB-4121-8209-FEEA40A5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472AFD-1B2B-4B8A-AA11-AF3714DC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3ED9E-4655-4DE7-BBEA-1D21FC29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656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6A3C7-BF35-406D-B559-1ACC1823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350D67-11AB-448A-9F02-ABA6A4C90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38A696-5D03-494F-A5BA-BB5DD83ED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A8C60-E031-45A9-916F-962FC9D2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0FCA2-84C2-40E9-886D-9B9E8F97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26609A-DE33-40CB-A3E8-759D7103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3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07EF2-1A25-4D85-BB67-7A44EF0F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218855-9050-4519-A3CF-D10986D61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50F2E5-678C-4D7F-B2F7-2D01557FB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9434E5-F9D9-4CBB-9E6D-A34FE6FB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C99A0B-C55B-4DA8-96AC-D663EB74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FAF49B-D5A6-4C6B-8B36-AC09B6C1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3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DA34F-93DF-45C9-82FA-1EB4DD8F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983CEB-FAD9-4BCD-9330-D6BA6E9CA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9CF2E-23DC-402C-B255-53A65424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700897-C8CA-45EE-BC05-66136B97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D9646D-0E1D-4517-BDCB-5337CD85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3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E5773B-4EDA-4ADC-8582-61A375E8A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2D7461-310C-4C73-9ED8-EF30F49B4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136-1F7F-4A20-A234-A47F0577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A734C4-FDE6-4E09-8B33-E2A316E9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5A34C-3111-45C3-90BB-3BF5785A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10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2814FD-137F-4CD8-89F6-BE660A56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98A0A-8731-44B6-B722-D50F0CEE3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88DC86-0340-442D-B5E7-8CDCE3F5E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EF153-8697-4C3C-9211-A0E764BDE36B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CC5AD-314B-4B97-B8BC-266DD23AC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3E5E5-23D8-44C8-81E0-7C6FE2EB4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168E8-95D8-45D9-B19E-2B1667DF5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5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223F-AFE2-0990-FA67-221E36DA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F603271-7FB7-4306-B5BD-BD73EE5DCC40}"/>
              </a:ext>
            </a:extLst>
          </p:cNvPr>
          <p:cNvSpPr/>
          <p:nvPr/>
        </p:nvSpPr>
        <p:spPr>
          <a:xfrm>
            <a:off x="173566" y="148167"/>
            <a:ext cx="11844867" cy="656166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2B382-1B71-47DD-A29A-39DC8877C373}"/>
              </a:ext>
            </a:extLst>
          </p:cNvPr>
          <p:cNvSpPr txBox="1"/>
          <p:nvPr/>
        </p:nvSpPr>
        <p:spPr>
          <a:xfrm>
            <a:off x="595689" y="533265"/>
            <a:ext cx="3001143" cy="34163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작품명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</a:p>
          <a:p>
            <a:endParaRPr kumimoji="1" lang="en-US" altLang="ko-KR" sz="2400" b="1" dirty="0">
              <a:latin typeface="+mj-ea"/>
              <a:ea typeface="+mj-ea"/>
            </a:endParaRPr>
          </a:p>
          <a:p>
            <a:r>
              <a:rPr kumimoji="1" lang="ko-KR" altLang="en-US" sz="2400" b="1" dirty="0" err="1">
                <a:latin typeface="+mj-ea"/>
                <a:ea typeface="+mj-ea"/>
              </a:rPr>
              <a:t>팀명</a:t>
            </a:r>
            <a:r>
              <a:rPr kumimoji="1" lang="en-US" altLang="ko-KR" sz="2400" b="1" dirty="0">
                <a:latin typeface="+mj-ea"/>
                <a:ea typeface="+mj-ea"/>
              </a:rPr>
              <a:t>:</a:t>
            </a:r>
          </a:p>
          <a:p>
            <a:endParaRPr kumimoji="1" lang="en-US" altLang="ko-KR" sz="2400" b="1" dirty="0">
              <a:latin typeface="+mj-ea"/>
              <a:ea typeface="+mj-ea"/>
            </a:endParaRPr>
          </a:p>
          <a:p>
            <a:r>
              <a:rPr kumimoji="1" lang="ko-KR" altLang="en-US" sz="2400" b="1" dirty="0">
                <a:latin typeface="+mj-ea"/>
                <a:ea typeface="+mj-ea"/>
              </a:rPr>
              <a:t>한 줄 요약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</a:p>
          <a:p>
            <a:endParaRPr kumimoji="1" lang="en-US" altLang="ko-KR" sz="2400" b="1" dirty="0">
              <a:latin typeface="+mj-ea"/>
              <a:ea typeface="+mj-ea"/>
            </a:endParaRPr>
          </a:p>
          <a:p>
            <a:r>
              <a:rPr kumimoji="1" lang="ko-KR" altLang="en-US" sz="2400" b="1" dirty="0">
                <a:latin typeface="+mj-ea"/>
                <a:ea typeface="+mj-ea"/>
              </a:rPr>
              <a:t>주요 활용 데이터</a:t>
            </a:r>
            <a:r>
              <a:rPr kumimoji="1" lang="en-US" altLang="ko-KR" sz="2400" b="1" dirty="0">
                <a:latin typeface="+mj-ea"/>
                <a:ea typeface="+mj-ea"/>
              </a:rPr>
              <a:t>:</a:t>
            </a:r>
          </a:p>
          <a:p>
            <a:endParaRPr kumimoji="1" lang="en-US" altLang="ko-KR" sz="2400" b="1" dirty="0">
              <a:latin typeface="+mj-ea"/>
              <a:ea typeface="+mj-ea"/>
            </a:endParaRPr>
          </a:p>
          <a:p>
            <a:r>
              <a:rPr kumimoji="1" lang="ko-KR" altLang="en-US" sz="2400" b="1" dirty="0">
                <a:latin typeface="+mj-ea"/>
                <a:ea typeface="+mj-ea"/>
              </a:rPr>
              <a:t>제출일</a:t>
            </a:r>
            <a:r>
              <a:rPr kumimoji="1" lang="en-US" altLang="ko-KR" sz="2400" b="1" dirty="0">
                <a:latin typeface="+mj-ea"/>
                <a:ea typeface="+mj-ea"/>
              </a:rPr>
              <a:t>: 2026. 0. 00.</a:t>
            </a:r>
          </a:p>
        </p:txBody>
      </p:sp>
    </p:spTree>
    <p:extLst>
      <p:ext uri="{BB962C8B-B14F-4D97-AF65-F5344CB8AC3E}">
        <p14:creationId xmlns:p14="http://schemas.microsoft.com/office/powerpoint/2010/main" val="351782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223F-AFE2-0990-FA67-221E36DA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1726053-3389-4FC0-87AB-4270D3F79EEC}"/>
              </a:ext>
            </a:extLst>
          </p:cNvPr>
          <p:cNvSpPr/>
          <p:nvPr/>
        </p:nvSpPr>
        <p:spPr>
          <a:xfrm>
            <a:off x="0" y="-1"/>
            <a:ext cx="12192000" cy="1047751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89D5A-1610-49C3-9B02-8BA01E2C0C0F}"/>
              </a:ext>
            </a:extLst>
          </p:cNvPr>
          <p:cNvSpPr txBox="1"/>
          <p:nvPr/>
        </p:nvSpPr>
        <p:spPr>
          <a:xfrm>
            <a:off x="400954" y="243866"/>
            <a:ext cx="5628464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kumimoji="1" lang="ko-KR" altLang="en-US" sz="3200" b="1" dirty="0">
                <a:latin typeface="+mj-ea"/>
                <a:ea typeface="+mj-ea"/>
              </a:rPr>
              <a:t>작성 안내</a:t>
            </a:r>
            <a:r>
              <a:rPr kumimoji="1" lang="en-US" altLang="ko-KR" b="1" dirty="0">
                <a:latin typeface="+mj-ea"/>
                <a:ea typeface="+mj-ea"/>
              </a:rPr>
              <a:t>(</a:t>
            </a:r>
            <a:r>
              <a:rPr kumimoji="1" lang="ko-KR" altLang="en-US" b="1" dirty="0">
                <a:latin typeface="+mj-ea"/>
                <a:ea typeface="+mj-ea"/>
              </a:rPr>
              <a:t>제출 시 본 페이지는 삭제 후 제출</a:t>
            </a:r>
            <a:r>
              <a:rPr kumimoji="1" lang="en-US" altLang="ko-KR" b="1" dirty="0">
                <a:latin typeface="+mj-ea"/>
                <a:ea typeface="+mj-ea"/>
              </a:rPr>
              <a:t>)</a:t>
            </a:r>
            <a:endParaRPr kumimoji="1" lang="ko-KR" altLang="en-US" sz="32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14BD7C-1C29-44D4-841C-6CF5B266F65E}"/>
              </a:ext>
            </a:extLst>
          </p:cNvPr>
          <p:cNvSpPr txBox="1"/>
          <p:nvPr/>
        </p:nvSpPr>
        <p:spPr>
          <a:xfrm>
            <a:off x="443289" y="1211726"/>
            <a:ext cx="5652711" cy="4022128"/>
          </a:xfrm>
          <a:prstGeom prst="rect">
            <a:avLst/>
          </a:prstGeom>
          <a:noFill/>
        </p:spPr>
        <p:txBody>
          <a:bodyPr wrap="square" bIns="46800" rtlCol="0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+mn-ea"/>
              </a:rPr>
              <a:t>분량</a:t>
            </a:r>
            <a:r>
              <a:rPr kumimoji="1" lang="en-US" altLang="ko-KR" sz="1600" dirty="0">
                <a:latin typeface="+mn-ea"/>
              </a:rPr>
              <a:t>:</a:t>
            </a:r>
            <a:r>
              <a:rPr kumimoji="1" lang="ko-KR" altLang="en-US" sz="1600" dirty="0">
                <a:latin typeface="+mn-ea"/>
              </a:rPr>
              <a:t> 발표 시간 </a:t>
            </a:r>
            <a:r>
              <a:rPr kumimoji="1" lang="en-US" altLang="ko-KR" sz="1600" dirty="0">
                <a:latin typeface="+mn-ea"/>
              </a:rPr>
              <a:t>15</a:t>
            </a:r>
            <a:r>
              <a:rPr kumimoji="1" lang="ko-KR" altLang="en-US" sz="1600" dirty="0">
                <a:latin typeface="+mn-ea"/>
              </a:rPr>
              <a:t>분</a:t>
            </a:r>
            <a:r>
              <a:rPr kumimoji="1" lang="en-US" altLang="ko-KR" sz="1600" dirty="0">
                <a:latin typeface="+mn-ea"/>
              </a:rPr>
              <a:t>,</a:t>
            </a:r>
            <a:r>
              <a:rPr kumimoji="1" lang="ko-KR" altLang="en-US" sz="1600" dirty="0">
                <a:latin typeface="+mn-ea"/>
              </a:rPr>
              <a:t> </a:t>
            </a:r>
            <a:r>
              <a:rPr kumimoji="1" lang="en-US" altLang="ko-KR" sz="1600" dirty="0">
                <a:latin typeface="+mn-ea"/>
              </a:rPr>
              <a:t>PPT</a:t>
            </a:r>
            <a:r>
              <a:rPr kumimoji="1" lang="ko-KR" altLang="en-US" sz="1600" dirty="0">
                <a:latin typeface="+mn-ea"/>
              </a:rPr>
              <a:t> 장수 제한 없음</a:t>
            </a:r>
            <a:endParaRPr kumimoji="1" lang="en-US" altLang="ko-KR" sz="16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b="1" dirty="0">
                <a:latin typeface="+mn-ea"/>
              </a:rPr>
              <a:t>필수 포함 내용</a:t>
            </a:r>
            <a:endParaRPr kumimoji="1" lang="en-US" altLang="ko-KR" sz="16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페이지번호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발표자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팀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명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시각화 주제 선택 배경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데이터 선정 기준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데이터 활용 내용</a:t>
            </a:r>
            <a:endParaRPr kumimoji="1" lang="en-US" altLang="ko-KR" sz="14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kumimoji="1" lang="ko-KR" altLang="en-US" sz="1400" b="1" dirty="0">
                <a:latin typeface="+mn-ea"/>
              </a:rPr>
              <a:t>★데이터 활용 과정을 구체적으로 작성</a:t>
            </a:r>
            <a:endParaRPr kumimoji="1" lang="en-US" altLang="ko-KR" sz="1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시각화 목적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시각화 결과물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성남시 정책 및 시민 생활에 적용 가능한 시각화 결과물 </a:t>
            </a:r>
            <a:endParaRPr kumimoji="1" lang="en-US" altLang="ko-KR" sz="1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      </a:t>
            </a:r>
            <a:r>
              <a:rPr kumimoji="1" lang="ko-KR" altLang="en-US" sz="1400" dirty="0">
                <a:latin typeface="+mn-ea"/>
              </a:rPr>
              <a:t>활용 방안</a:t>
            </a:r>
            <a:endParaRPr kumimoji="1" lang="en-US" altLang="ko-KR" sz="16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20ED9-4F07-4A8A-980E-41CB648CB72E}"/>
              </a:ext>
            </a:extLst>
          </p:cNvPr>
          <p:cNvSpPr txBox="1"/>
          <p:nvPr/>
        </p:nvSpPr>
        <p:spPr>
          <a:xfrm>
            <a:off x="6028267" y="1453257"/>
            <a:ext cx="5652711" cy="3098798"/>
          </a:xfrm>
          <a:prstGeom prst="rect">
            <a:avLst/>
          </a:prstGeom>
          <a:noFill/>
        </p:spPr>
        <p:txBody>
          <a:bodyPr wrap="square" bIns="46800" rtlCol="0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kumimoji="1" lang="ko-KR" altLang="en-US" sz="1600" dirty="0" err="1">
                <a:latin typeface="+mn-ea"/>
              </a:rPr>
              <a:t>모든영역은</a:t>
            </a:r>
            <a:r>
              <a:rPr kumimoji="1" lang="ko-KR" altLang="en-US" sz="1600" dirty="0">
                <a:latin typeface="+mn-ea"/>
              </a:rPr>
              <a:t> 자유롭게 작성 가능</a:t>
            </a:r>
            <a:r>
              <a:rPr kumimoji="1" lang="en-US" altLang="ko-KR" sz="1600" dirty="0">
                <a:latin typeface="+mn-ea"/>
              </a:rPr>
              <a:t>  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+mn-ea"/>
              </a:rPr>
              <a:t>     </a:t>
            </a:r>
            <a:r>
              <a:rPr kumimoji="1" lang="ko-KR" altLang="en-US" sz="1400" dirty="0">
                <a:latin typeface="+mn-ea"/>
              </a:rPr>
              <a:t>애니메이션 등 효과 사용 가능</a:t>
            </a:r>
            <a:endParaRPr kumimoji="1" lang="en-US" altLang="ko-KR" sz="1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kumimoji="1" lang="ko-KR" altLang="en-US" sz="1600" dirty="0">
                <a:latin typeface="+mn-ea"/>
              </a:rPr>
              <a:t>발표자료는 </a:t>
            </a:r>
            <a:r>
              <a:rPr kumimoji="1" lang="en-US" altLang="ko-KR" sz="1600" b="1" dirty="0">
                <a:latin typeface="+mn-ea"/>
              </a:rPr>
              <a:t>PPT</a:t>
            </a:r>
            <a:r>
              <a:rPr kumimoji="1" lang="ko-KR" altLang="en-US" sz="1600" b="1" dirty="0">
                <a:latin typeface="+mn-ea"/>
              </a:rPr>
              <a:t> 및 </a:t>
            </a:r>
            <a:r>
              <a:rPr kumimoji="1" lang="en-US" altLang="ko-KR" sz="1600" b="1" dirty="0">
                <a:latin typeface="+mn-ea"/>
              </a:rPr>
              <a:t>PDF</a:t>
            </a:r>
            <a:r>
              <a:rPr kumimoji="1" lang="ko-KR" altLang="en-US" sz="1600" b="1" dirty="0">
                <a:latin typeface="+mn-ea"/>
              </a:rPr>
              <a:t> 형태로 </a:t>
            </a:r>
            <a:r>
              <a:rPr kumimoji="1" lang="en-US" altLang="ko-KR" sz="1600" b="1" dirty="0">
                <a:latin typeface="+mn-ea"/>
              </a:rPr>
              <a:t>2</a:t>
            </a:r>
            <a:r>
              <a:rPr kumimoji="1" lang="ko-KR" altLang="en-US" sz="1600" b="1" dirty="0">
                <a:latin typeface="+mn-ea"/>
              </a:rPr>
              <a:t>개 파일 모두 제출 </a:t>
            </a:r>
            <a:endParaRPr kumimoji="1" lang="en-US" altLang="ko-KR" sz="16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파일명</a:t>
            </a:r>
            <a:r>
              <a:rPr kumimoji="1" lang="en-US" altLang="ko-KR" sz="1400" dirty="0">
                <a:latin typeface="+mn-ea"/>
              </a:rPr>
              <a:t>: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ko-KR" altLang="en-US" sz="1400" b="1" dirty="0">
                <a:latin typeface="+mn-ea"/>
              </a:rPr>
              <a:t>이름</a:t>
            </a:r>
            <a:r>
              <a:rPr kumimoji="1" lang="en-US" altLang="ko-KR" sz="1400" b="1" dirty="0">
                <a:latin typeface="+mn-ea"/>
              </a:rPr>
              <a:t>(</a:t>
            </a:r>
            <a:r>
              <a:rPr kumimoji="1" lang="ko-KR" altLang="en-US" sz="1400" b="1" dirty="0" err="1">
                <a:latin typeface="+mn-ea"/>
              </a:rPr>
              <a:t>팀명</a:t>
            </a:r>
            <a:r>
              <a:rPr kumimoji="1" lang="en-US" altLang="ko-KR" sz="1400" b="1" dirty="0">
                <a:latin typeface="+mn-ea"/>
              </a:rPr>
              <a:t>)_</a:t>
            </a:r>
            <a:r>
              <a:rPr kumimoji="1" lang="ko-KR" altLang="en-US" sz="1400" b="1" dirty="0">
                <a:latin typeface="+mn-ea"/>
              </a:rPr>
              <a:t>발표자료</a:t>
            </a:r>
            <a:r>
              <a:rPr kumimoji="1" lang="en-US" altLang="ko-KR" sz="1400" b="1" dirty="0">
                <a:latin typeface="+mn-ea"/>
              </a:rPr>
              <a:t>.ppt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/</a:t>
            </a:r>
            <a:r>
              <a:rPr kumimoji="1" lang="ko-KR" altLang="en-US" sz="1400" dirty="0">
                <a:latin typeface="+mn-ea"/>
              </a:rPr>
              <a:t>                                          </a:t>
            </a:r>
            <a:r>
              <a:rPr kumimoji="1" lang="ko-KR" altLang="en-US" sz="1400" b="1" dirty="0">
                <a:latin typeface="+mn-ea"/>
              </a:rPr>
              <a:t>이름</a:t>
            </a:r>
            <a:r>
              <a:rPr kumimoji="1" lang="en-US" altLang="ko-KR" sz="1400" b="1" dirty="0">
                <a:latin typeface="+mn-ea"/>
              </a:rPr>
              <a:t>(</a:t>
            </a:r>
            <a:r>
              <a:rPr kumimoji="1" lang="ko-KR" altLang="en-US" sz="1400" b="1" dirty="0" err="1">
                <a:latin typeface="+mn-ea"/>
              </a:rPr>
              <a:t>팀명</a:t>
            </a:r>
            <a:r>
              <a:rPr kumimoji="1" lang="en-US" altLang="ko-KR" sz="1400" b="1" dirty="0">
                <a:latin typeface="+mn-ea"/>
              </a:rPr>
              <a:t>)_</a:t>
            </a:r>
            <a:r>
              <a:rPr kumimoji="1" lang="ko-KR" altLang="en-US" sz="1400" b="1" dirty="0">
                <a:latin typeface="+mn-ea"/>
              </a:rPr>
              <a:t>발표자료</a:t>
            </a:r>
            <a:r>
              <a:rPr kumimoji="1" lang="en-US" altLang="ko-KR" sz="1400" b="1" dirty="0">
                <a:latin typeface="+mn-ea"/>
              </a:rPr>
              <a:t>.pdf</a:t>
            </a:r>
            <a:endParaRPr kumimoji="1" lang="en-US" altLang="ko-KR" sz="1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400" dirty="0">
                <a:latin typeface="+mn-ea"/>
              </a:rPr>
              <a:t>폰트 깨짐 등 호환성 문제로 인해 자료가 정상적으로 표시되지 않는 경우는 제출자의 책임이므로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</a:t>
            </a:r>
            <a:br>
              <a:rPr kumimoji="1" lang="en-US" altLang="ko-KR" sz="1400" dirty="0">
                <a:latin typeface="+mn-ea"/>
              </a:rPr>
            </a:br>
            <a:r>
              <a:rPr kumimoji="1" lang="ko-KR" altLang="en-US" sz="1400" dirty="0">
                <a:latin typeface="+mn-ea"/>
              </a:rPr>
              <a:t>반드시 범용 글꼴을 사용하거나 폰트 포함 후 제출해 주시기 바랍니다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113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146</Words>
  <Application>Microsoft Office PowerPoint</Application>
  <PresentationFormat>와이드스크린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Owner</cp:lastModifiedBy>
  <cp:revision>5</cp:revision>
  <dcterms:created xsi:type="dcterms:W3CDTF">2026-02-25T10:59:30Z</dcterms:created>
  <dcterms:modified xsi:type="dcterms:W3CDTF">2026-03-18T06:19:30Z</dcterms:modified>
</cp:coreProperties>
</file>